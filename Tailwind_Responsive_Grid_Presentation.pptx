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138" y="2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1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4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8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8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3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3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1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6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95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4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00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47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51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98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5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3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Introduction: Tailwind Responsive Grid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822" y="2455332"/>
            <a:ext cx="6041712" cy="3416300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/>
              <a:t>What is Tailwind CSS?</a:t>
            </a:r>
          </a:p>
          <a:p>
            <a:r>
              <a:rPr lang="en-IN" sz="7200" dirty="0"/>
              <a:t>Utility-first CSS framework </a:t>
            </a:r>
          </a:p>
          <a:p>
            <a:r>
              <a:rPr lang="en-IN" sz="7200" dirty="0"/>
              <a:t>Provides ready-to-use CSS classes </a:t>
            </a:r>
          </a:p>
          <a:p>
            <a:r>
              <a:rPr lang="en-IN" sz="7200" dirty="0"/>
              <a:t>Helps create responsive websites quickly </a:t>
            </a:r>
          </a:p>
          <a:p>
            <a:endParaRPr lang="en-IN" sz="9600" b="1" dirty="0"/>
          </a:p>
          <a:p>
            <a:r>
              <a:rPr lang="en-IN" sz="9600" b="1" dirty="0"/>
              <a:t>What is a Responsive Grid?</a:t>
            </a:r>
          </a:p>
          <a:p>
            <a:r>
              <a:rPr lang="en-IN" sz="7200" dirty="0"/>
              <a:t>Arranges content in rows and columns </a:t>
            </a:r>
          </a:p>
          <a:p>
            <a:r>
              <a:rPr lang="en-IN" sz="7200" dirty="0"/>
              <a:t>Automatically adjusts layout based on screen size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0BB3E-4A88-2BAE-AE93-26326C7AF780}"/>
              </a:ext>
            </a:extLst>
          </p:cNvPr>
          <p:cNvSpPr txBox="1"/>
          <p:nvPr/>
        </p:nvSpPr>
        <p:spPr>
          <a:xfrm>
            <a:off x="6214534" y="2302933"/>
            <a:ext cx="59774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is it Used?</a:t>
            </a:r>
          </a:p>
          <a:p>
            <a:r>
              <a:rPr lang="en-IN" dirty="0"/>
              <a:t>✅ Mobile-Friendly Design</a:t>
            </a:r>
          </a:p>
          <a:p>
            <a:r>
              <a:rPr lang="en-IN" dirty="0"/>
              <a:t>✅ Faster Development</a:t>
            </a:r>
          </a:p>
          <a:p>
            <a:r>
              <a:rPr lang="en-IN" dirty="0"/>
              <a:t>✅ Clean and Maintainable Code</a:t>
            </a:r>
          </a:p>
          <a:p>
            <a:r>
              <a:rPr lang="en-IN" dirty="0"/>
              <a:t>✅ Better User Experience</a:t>
            </a:r>
          </a:p>
          <a:p>
            <a:endParaRPr lang="en-IN" b="1" dirty="0"/>
          </a:p>
          <a:p>
            <a:r>
              <a:rPr lang="en-IN" b="1" dirty="0"/>
              <a:t>Topic Demonstration</a:t>
            </a:r>
          </a:p>
          <a:p>
            <a:r>
              <a:rPr lang="en-IN" b="1" dirty="0"/>
              <a:t>Project:</a:t>
            </a:r>
            <a:r>
              <a:rPr lang="en-IN" dirty="0"/>
              <a:t> College Analytics Dashboard</a:t>
            </a:r>
          </a:p>
          <a:p>
            <a:r>
              <a:rPr lang="en-IN" b="1" dirty="0"/>
              <a:t>Objective: Build a 6-card responsive dashboard.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r>
              <a:rPr lang="en-IN" dirty="0"/>
              <a:t>6 Responsive Cards </a:t>
            </a:r>
          </a:p>
          <a:p>
            <a:r>
              <a:rPr lang="en-IN" dirty="0"/>
              <a:t>Hover Effects </a:t>
            </a:r>
          </a:p>
          <a:p>
            <a:r>
              <a:rPr lang="en-IN" dirty="0"/>
              <a:t>Animated Statistics </a:t>
            </a:r>
          </a:p>
          <a:p>
            <a:r>
              <a:rPr lang="en-IN" dirty="0"/>
              <a:t>Mobile, Tablet &amp; Desktop Support</a:t>
            </a:r>
          </a:p>
          <a:p>
            <a:endParaRPr lang="en-IN" dirty="0"/>
          </a:p>
          <a:p>
            <a:r>
              <a:rPr lang="en-IN" b="1" dirty="0"/>
              <a:t>Project: College Analytics Dashboard (6 Cards)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154" y="838200"/>
            <a:ext cx="9902513" cy="706964"/>
          </a:xfrm>
        </p:spPr>
        <p:txBody>
          <a:bodyPr/>
          <a:lstStyle/>
          <a:p>
            <a:r>
              <a:rPr lang="en-IN" b="1" dirty="0"/>
              <a:t>Live Demonstration &amp; Code Explanation</a:t>
            </a:r>
            <a:endParaRPr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1012B8-2201-69DC-6937-D3786CC69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12" y="2857500"/>
            <a:ext cx="7196355" cy="3416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DAC231-5FF1-771D-FD0F-7F65B10C72FA}"/>
              </a:ext>
            </a:extLst>
          </p:cNvPr>
          <p:cNvSpPr txBox="1"/>
          <p:nvPr/>
        </p:nvSpPr>
        <p:spPr>
          <a:xfrm>
            <a:off x="2540000" y="2355333"/>
            <a:ext cx="269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Dashboard Preview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6B90C-8D51-5109-34AA-B4A2F9E7D9A9}"/>
              </a:ext>
            </a:extLst>
          </p:cNvPr>
          <p:cNvSpPr txBox="1"/>
          <p:nvPr/>
        </p:nvSpPr>
        <p:spPr>
          <a:xfrm>
            <a:off x="8763000" y="2355333"/>
            <a:ext cx="2556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Tailwind Grid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D96F4-11FD-30F5-6C94-43AA06C83DA7}"/>
              </a:ext>
            </a:extLst>
          </p:cNvPr>
          <p:cNvSpPr txBox="1"/>
          <p:nvPr/>
        </p:nvSpPr>
        <p:spPr>
          <a:xfrm>
            <a:off x="7755465" y="2860765"/>
            <a:ext cx="4326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 class="grid grid-cols-1 md:grid-cols-2 lg:grid-cols-3 gap-8"&gt;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D8CEFC-F3C0-3753-9A42-5913D848F46D}"/>
              </a:ext>
            </a:extLst>
          </p:cNvPr>
          <p:cNvSpPr txBox="1"/>
          <p:nvPr/>
        </p:nvSpPr>
        <p:spPr>
          <a:xfrm>
            <a:off x="7755465" y="3489236"/>
            <a:ext cx="42418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Explanation: Dashboard Cards</a:t>
            </a:r>
          </a:p>
          <a:p>
            <a:pPr>
              <a:buFont typeface="+mj-lt"/>
              <a:buAutoNum type="arabicPeriod"/>
            </a:pPr>
            <a:r>
              <a:rPr lang="en-IN" dirty="0"/>
              <a:t>Total Students </a:t>
            </a:r>
          </a:p>
          <a:p>
            <a:pPr>
              <a:buFont typeface="+mj-lt"/>
              <a:buAutoNum type="arabicPeriod"/>
            </a:pPr>
            <a:r>
              <a:rPr lang="en-IN" dirty="0"/>
              <a:t>Attendance </a:t>
            </a:r>
          </a:p>
          <a:p>
            <a:pPr>
              <a:buFont typeface="+mj-lt"/>
              <a:buAutoNum type="arabicPeriod"/>
            </a:pPr>
            <a:r>
              <a:rPr lang="en-IN" dirty="0"/>
              <a:t>Assignments </a:t>
            </a:r>
          </a:p>
          <a:p>
            <a:pPr>
              <a:buFont typeface="+mj-lt"/>
              <a:buAutoNum type="arabicPeriod"/>
            </a:pPr>
            <a:r>
              <a:rPr lang="en-IN" dirty="0"/>
              <a:t>Courses </a:t>
            </a:r>
          </a:p>
          <a:p>
            <a:pPr>
              <a:buFont typeface="+mj-lt"/>
              <a:buAutoNum type="arabicPeriod"/>
            </a:pPr>
            <a:r>
              <a:rPr lang="en-IN" dirty="0"/>
              <a:t>Faculty </a:t>
            </a:r>
          </a:p>
          <a:p>
            <a:pPr>
              <a:buFont typeface="+mj-lt"/>
              <a:buAutoNum type="arabicPeriod"/>
            </a:pPr>
            <a:r>
              <a:rPr lang="en-IN" dirty="0"/>
              <a:t>Placement Rate </a:t>
            </a:r>
          </a:p>
          <a:p>
            <a:pPr>
              <a:buNone/>
            </a:pPr>
            <a:r>
              <a:rPr lang="en-IN" b="1" dirty="0"/>
              <a:t>Additional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Gradient Header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Glass morphism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Hover Animation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Animated Counter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BCD0-365E-2FD1-06F1-E2F3EE82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Information: Tailwind Responsive CSS Grid</a:t>
            </a:r>
            <a:endParaRPr lang="en-IN" b="1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52187" y="2468032"/>
            <a:ext cx="3634014" cy="4389968"/>
          </a:xfrm>
        </p:spPr>
        <p:txBody>
          <a:bodyPr>
            <a:normAutofit/>
          </a:bodyPr>
          <a:lstStyle/>
          <a:p>
            <a:r>
              <a:rPr sz="3100" dirty="0"/>
              <a:t>Key Tailwind Grid Classes:</a:t>
            </a:r>
          </a:p>
          <a:p>
            <a:r>
              <a:rPr sz="2000" dirty="0"/>
              <a:t>grid</a:t>
            </a:r>
          </a:p>
          <a:p>
            <a:r>
              <a:rPr sz="2000" dirty="0"/>
              <a:t>grid-cols-1</a:t>
            </a:r>
          </a:p>
          <a:p>
            <a:r>
              <a:rPr sz="2000" dirty="0"/>
              <a:t>md:grid-cols-2</a:t>
            </a:r>
          </a:p>
          <a:p>
            <a:r>
              <a:rPr sz="2000" dirty="0"/>
              <a:t>lg:grid-cols-3</a:t>
            </a:r>
          </a:p>
          <a:p>
            <a:r>
              <a:rPr sz="2000" dirty="0"/>
              <a:t>gap-8</a:t>
            </a:r>
          </a:p>
          <a:p>
            <a:endParaRPr dirty="0"/>
          </a:p>
          <a:p>
            <a:endParaRPr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4D2F662-9D83-8FC8-0AE6-7384CCA86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933725"/>
              </p:ext>
            </p:extLst>
          </p:nvPr>
        </p:nvGraphicFramePr>
        <p:xfrm>
          <a:off x="3925095" y="2468032"/>
          <a:ext cx="8761412" cy="2377440"/>
        </p:xfrm>
        <a:graphic>
          <a:graphicData uri="http://schemas.openxmlformats.org/drawingml/2006/table">
            <a:tbl>
              <a:tblPr/>
              <a:tblGrid>
                <a:gridCol w="4380706">
                  <a:extLst>
                    <a:ext uri="{9D8B030D-6E8A-4147-A177-3AD203B41FA5}">
                      <a16:colId xmlns:a16="http://schemas.microsoft.com/office/drawing/2014/main" val="2719838666"/>
                    </a:ext>
                  </a:extLst>
                </a:gridCol>
                <a:gridCol w="4380706">
                  <a:extLst>
                    <a:ext uri="{9D8B030D-6E8A-4147-A177-3AD203B41FA5}">
                      <a16:colId xmlns:a16="http://schemas.microsoft.com/office/drawing/2014/main" val="42296275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489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Creates grid 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354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grid-cols-1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 column on 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361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md:grid-cols-2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 columns on tablet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1850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lg:grid-cols-3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3 columns on desktop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150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gap-8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Adds spacing between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20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4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Real-World Usage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125" y="2331357"/>
            <a:ext cx="11505132" cy="4657272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/>
              <a:t>Real-World Applications</a:t>
            </a:r>
            <a:endParaRPr lang="en-IN" sz="1600" b="1" dirty="0"/>
          </a:p>
          <a:p>
            <a:r>
              <a:rPr lang="en-IN" sz="2400" dirty="0"/>
              <a:t>Education Portals</a:t>
            </a:r>
          </a:p>
          <a:p>
            <a:r>
              <a:rPr lang="en-IN" sz="2400" dirty="0"/>
              <a:t>Student Management Systems </a:t>
            </a:r>
          </a:p>
          <a:p>
            <a:r>
              <a:rPr lang="en-IN" sz="2400" dirty="0"/>
              <a:t>Learning Management Systems </a:t>
            </a:r>
            <a:endParaRPr lang="en-IN" sz="1600" dirty="0"/>
          </a:p>
          <a:p>
            <a:r>
              <a:rPr lang="en-IN" sz="2800" b="1" dirty="0"/>
              <a:t>Business Dashboards</a:t>
            </a:r>
          </a:p>
          <a:p>
            <a:r>
              <a:rPr lang="en-IN" sz="2400" dirty="0"/>
              <a:t>Analytics Dashboards </a:t>
            </a:r>
          </a:p>
          <a:p>
            <a:r>
              <a:rPr lang="en-IN" sz="2400" dirty="0"/>
              <a:t>Sales Reports </a:t>
            </a:r>
          </a:p>
          <a:p>
            <a:r>
              <a:rPr lang="en-IN" sz="3300" b="1" dirty="0"/>
              <a:t>Other Applications</a:t>
            </a:r>
          </a:p>
          <a:p>
            <a:r>
              <a:rPr lang="en-IN" sz="2800" dirty="0"/>
              <a:t>Banking Dashboards </a:t>
            </a:r>
          </a:p>
          <a:p>
            <a:r>
              <a:rPr lang="en-IN" sz="2800" dirty="0"/>
              <a:t>E-Commerce Websites </a:t>
            </a:r>
          </a:p>
          <a:p>
            <a:r>
              <a:rPr lang="en-IN" sz="2800" dirty="0"/>
              <a:t>Hospital Management Systems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227</Words>
  <Application>Microsoft Office PowerPoint</Application>
  <PresentationFormat>Widescreen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 Boardroom</vt:lpstr>
      <vt:lpstr>Introduction: Tailwind Responsive Grid</vt:lpstr>
      <vt:lpstr>Live Demonstration &amp; Code Explanation</vt:lpstr>
      <vt:lpstr>Additional Information: Tailwind Responsive CSS Grid</vt:lpstr>
      <vt:lpstr>Real-World Usage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Sohom Chakraborty</cp:lastModifiedBy>
  <cp:revision>2</cp:revision>
  <dcterms:created xsi:type="dcterms:W3CDTF">2013-01-27T09:14:16Z</dcterms:created>
  <dcterms:modified xsi:type="dcterms:W3CDTF">2026-06-09T13:38:05Z</dcterms:modified>
  <cp:category/>
</cp:coreProperties>
</file>